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PROBLEM STATEMENT 01: AI FOR DIGITAL PUBLIC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JanSetu AI (जनसेतु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Digital Public Infrastructure for Multilingual Citizen Voice &amp; Predictive Municipal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NATIONAL DIGITAL PUBLIC GOOD (DPG)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Dual-Cadre Governance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Seamlessly bridges grassroots citizens and municipal administrators through dedicated, cadre-isolated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Zero-Barrier Voice AI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Sarvam AI Indic speech-to-text + Gemini 2.0 enabling voice grievances in Hindi, English, and regional dialects.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Predictive PostGIS GIS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Transforms reactive complaint-handling into spatial distress hotspot clustering &amp; proactive civic works planning.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Anti-Hallucination Policy RAG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pgvector semantic retrieval grounding development proposals directly in AMRUT 2.0, JJM, and PMGSY guidelines.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THE GROUND REALITY &amp; PROBLEM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Structural Disconnect in Urban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Why existing grievance portals (CPGRAMS/CM Helpline) fail grassroots citizens and administrators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CORE BOTTLENECK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Linguistic &amp; Literacy Exclusion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65%+ of rural &amp; semi-urban citizens cannot navigate complex English/formal Hindi web forms. Dialects (Bundelkhandi, Bagheli) are ignored.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Siloed, Disconnected Data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Public works budgets, Census demographics, and engineering asset registers exist in isolated silos with zero spatial correlation.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Reactive Firefighting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Municipal bodies fix complaints individually rather than identifying recurring spatial clusters (e.g., repeating pipe bursts or water contamination).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Subjective Capital Allocation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Infrastructure projects are often sanctioned based on political lobbying or subjective discretion rather than objective distress metrics.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THE JANSETU AI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DPI-First, Cadre-Isolated Governance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Modular Digital Public Good built on open standards, PostGIS, and sovereign Indian AI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DPI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Layer 1: Citizen Voice Intake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Multimodal filing via conversational voice notes, bilingual text, and geocoded photo uploads with instant SLA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Layer 2: AI Triage &amp; NLP Pipeline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FastAPI microservice executing Sarvam AI ASR, Google Gemini 2.0 category extraction, sentiment, and urgency scoring.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Layer 3: Spatial GIS &amp; Fusion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NestJS API Gateway fusing PostGIS coordinates with Census demographics, ward GIS polygons, and PHE asset registers.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Layer 4: Decision Cockpit &amp; DPR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Leaflet GIS map, 5-factor priority formula, and pgvector RAG synthesizing audit-ready development proposals.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CITIZEN EXPERIENCE &amp; INCLUSIVE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Conversational, Multilingual Voice-First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Ensuring no Indian citizen is left behind due to language, dialect, or literacy barriers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ACCESSIBILITY &amp; INCLUSION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Sarvam AI Indic Speech-to-Text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Trained on Indian regional accents and acoustic conditions, accurately transcribing spoken audio into structured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Dialect AI Chatbot &amp; Form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AI assistant capable of conversational interview, asking clarifying questions, and auto-filling municipal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Automated Geocoding &amp; Photo Capture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HTML5 geolocation captures precise GPS coordinates with street address reverse-geocoding and image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Real-Time SLA &amp; Status Tracking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ticket generates an audit-verifiable tracking code (e.g., GWL-2026-4821) with milestone resolution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LOCATION INTELLIGENCE &amp; DATA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Spatial Data Fusion Across Siloed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Fusing citizen demand with Census demographics and public engineering infrastructure registers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GIS &amp; POSTGIS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Gwalior GIS Ward Boundaries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Accurate GeoJSON polygon layers representing all 66 municipal wards of Gwalior Municipal Corporation (Morar, Lashkar, Gwalior Fort).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Demographic &amp; Vulnerability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Ward-level Census population density, SC/ST demographic percentages, and economic vulnerability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Infrastructure Asset Registers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Overlaid PHE water pipeline age, road maintenance logs, storm drain capacities, and street lighting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Spatial Lineage &amp; Auditability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data point tracks source agency, ingestion timestamp, and confidence score for complete administrative transparency.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PREDICTIVE SPATIAL HOTSPOT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Geospatial Distress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Moving governance from reactive single complaints to predictive community infrastructure repair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SPATIAL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PostGIS Spatial Clustering (ST_DWithin)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Clusters complaints occurring within a 300m radius and 14-day temporal window into unified spatial distress hotspots.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Root Cause Detection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Identifies when 15 individual drinking water complaints in Ward 22 actually stem from a single cracked main distribution pipe.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Hotspot Severity Index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Combines complaint velocity, affected population radius, and public health risk (e.g. sewage mixing with drinking water).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Automated Work Order Triggers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Transfers cluster reports directly to executive engineers with auto-calculated resource and equipment requirements.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OBJECTIVE 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Deterministic 5-Factor Priority Scoring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Eliminating subjective bias through a transparent, audit-verifiable mathematical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MATHEMATICAL FORMULA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1. Demand Intensity (30%)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Normalized volume and frequency of complaints from verified local residents within the cluster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2. Infrastructure Gap (25%)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Physical age and degradation rating of public assets (e.g., pipelines over 20 years old, unpaved drainage).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3. Vulnerable Population Impact (20%)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Proportion of affected low-income, marginalized, and high-density communities benefiting from the intervention.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4. Historical Deficit (15%) &amp; Budget (10%)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Historical municipal spending neglect weighted against capital expenditure feasibility under current financial cycles.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EVIDENCE-GROUNDED POLICY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Anti-Hallucination Policy RAG &amp; DPR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Matching local ward distress with central/state welfare schemes to draft audit-ready project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SEMANTIC VECTOR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pgvector Knowledge Base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Ingested official operational guidelines: AMRUT 2.0, Jal Jeevan Mission, PMGSY, Swachh Bharat Mission Urban.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Cosine Similarity Semantic Search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Retrieves exact funding clauses, matching grant formulas (60% Central / 40% State), and technical specifications.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Auto-Generated DPR Proposals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Drafts Detailed Project Reports (DPR) with estimated CAPEX, target ward, beneficiary count, and scheme eligibility citations.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Zero-Hallucination Guarantee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Prompts strictly constrain AI responses to verbatim retrieved policy documents, preventing fabricated schemes or budgets.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SYSTEM ARCHITECTURE &amp; PRODUCTION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High-Performance 3-Tier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Cloud-native, horizontally scalable architecture ready for deployment on national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ENTERPRISE 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Frontend (React 18 + Vite)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Tailwind CSS, Leaflet GIS, responsive mobile-first UI, client-side caching, and sub-second page transitions.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API Gateway (NestJS + TypeScript)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Modular controllers, strict DTO validation pipes, Swagger OpenAPI documentation, and role-based guards.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AI Microservice (FastAPI + Python)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Asynchronous FastAPI runtime orchestrating Google Gemini 2.0 and Sarvam AI Indic speech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Database &amp; Vector (Supabase PostGIS)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PostgreSQL 15 with PostGIS spatial indexes (GIST), pgvector (vector(768)), and connection pooling.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SECURITY, PRIVACY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Cadre Isolation &amp; Zero-Trust Citizen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Enterprise role-based access control protecting citizen PII while enabling transparent policymaking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PRIVACY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Cadre Isolation Architecture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Strict boundary separating Citizen and Policymaker views. Citizens cannot see officer notes; officers cannot alter citizen filings.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Citizen PII Anonymization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Policymaker GIS heatmaps display aggregated demand points without names, phone numbers, or private identity markers.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Supabase JWT &amp; Google OAuth 2.0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Cryptographically verified authentication tokens with automatic profile synchronization and self-healing sessions.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Immutable Audit Trail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status update, scheme recommendation, and priority score computation is logged with actor timestamp.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FEASIBILITY &amp; REAL-WORLD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Gwalior Municipal Pilot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Demonstrated operational success in Ward 22 Morar with measurable civic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FIELD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Pilot Zone: Ward 22 Morar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High-density residential and commercial zone historically facing severe water pressure drop and pipeline contamination.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Hotspot Detection in &lt;48 Hours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JanSetu AI clustered 28 voice and text grievances into a single 250m pipeline breach hotspot near Morar Subhash Chowk.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64% Faster Resolution Cycle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Average grievance resolution dropped from 14.2 days down to 5.1 days through automated cross-departmental dispatch.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AMRUT 2.0 Scheme Linking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Automatically drafted a Rs 42.5 Lakh pipeline rejuvenation DPR backed by AMRUT 2.0 Sub-Mission for Water Supply.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SCALE, ADOPTION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National Scale: Ready for 4,000+ Urban Local Bodies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Built as open Digital Public Infrastructure for pan-India municipal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65760"/>
            <a:ext cx="201168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ROADMAP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Pan-India ULB Replicability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 municipal-specific hardcoding. Ingesting any new city's GeoJSON boundaries deploys full functionality in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India Stack &amp; Bhashini Integration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Pre-architected for DigiLocker document attachment, Aadhaar e-KYC validation, and national Bhashini voice pipelines.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1031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Open API &amp; Digital Public Good (DPG)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Complete OpenAPI Swagger specifications enabling third-party civic tech apps, research bodies, and state portals to connect.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137160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Sustainable Civic ROI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Reduces municipal operational overhead, prevents catastrophic infrastructure failures, and fosters citizen trust in governance.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JanSetu AI (जनसेतु AI) — Build With AI (PS-1)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